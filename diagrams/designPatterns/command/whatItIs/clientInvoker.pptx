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8"/>
    <p:restoredTop sz="94699"/>
  </p:normalViewPr>
  <p:slideViewPr>
    <p:cSldViewPr>
      <p:cViewPr varScale="1">
        <p:scale>
          <a:sx n="156" d="100"/>
          <a:sy n="156" d="100"/>
        </p:scale>
        <p:origin x="3512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906C45-2DB0-4797-8F62-CAF8E935D413}" type="datetimeFigureOut">
              <a:rPr lang="en-SG" smtClean="0"/>
              <a:t>1/1/26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99F41E-490D-4D2D-8C1F-B6AD8A48211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130285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99F41E-490D-4D2D-8C1F-B6AD8A48211D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81416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6F480-15A6-4026-BC99-052F8E994139}" type="datetimeFigureOut">
              <a:rPr lang="en-SG" smtClean="0"/>
              <a:t>1/1/26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D7C7F-A94C-4532-AEC0-8EB3B09C2AA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64048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6F480-15A6-4026-BC99-052F8E994139}" type="datetimeFigureOut">
              <a:rPr lang="en-SG" smtClean="0"/>
              <a:t>1/1/26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D7C7F-A94C-4532-AEC0-8EB3B09C2AA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64518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6F480-15A6-4026-BC99-052F8E994139}" type="datetimeFigureOut">
              <a:rPr lang="en-SG" smtClean="0"/>
              <a:t>1/1/26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D7C7F-A94C-4532-AEC0-8EB3B09C2AA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93544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6F480-15A6-4026-BC99-052F8E994139}" type="datetimeFigureOut">
              <a:rPr lang="en-SG" smtClean="0"/>
              <a:t>1/1/26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D7C7F-A94C-4532-AEC0-8EB3B09C2AA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61164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6F480-15A6-4026-BC99-052F8E994139}" type="datetimeFigureOut">
              <a:rPr lang="en-SG" smtClean="0"/>
              <a:t>1/1/26</a:t>
            </a:fld>
            <a:endParaRPr lang="en-S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D7C7F-A94C-4532-AEC0-8EB3B09C2AA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53076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6F480-15A6-4026-BC99-052F8E994139}" type="datetimeFigureOut">
              <a:rPr lang="en-SG" smtClean="0"/>
              <a:t>1/1/26</a:t>
            </a:fld>
            <a:endParaRPr lang="en-S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D7C7F-A94C-4532-AEC0-8EB3B09C2AA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91660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6F480-15A6-4026-BC99-052F8E994139}" type="datetimeFigureOut">
              <a:rPr lang="en-SG" smtClean="0"/>
              <a:t>1/1/26</a:t>
            </a:fld>
            <a:endParaRPr lang="en-S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D7C7F-A94C-4532-AEC0-8EB3B09C2AA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97673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6F480-15A6-4026-BC99-052F8E994139}" type="datetimeFigureOut">
              <a:rPr lang="en-SG" smtClean="0"/>
              <a:t>1/1/26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D7C7F-A94C-4532-AEC0-8EB3B09C2AA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5172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6F480-15A6-4026-BC99-052F8E994139}" type="datetimeFigureOut">
              <a:rPr lang="en-SG" smtClean="0"/>
              <a:t>1/1/26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D7C7F-A94C-4532-AEC0-8EB3B09C2AA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6137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6F480-15A6-4026-BC99-052F8E994139}" type="datetimeFigureOut">
              <a:rPr lang="en-SG" smtClean="0"/>
              <a:t>1/1/26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D7C7F-A94C-4532-AEC0-8EB3B09C2AA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354815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6F480-15A6-4026-BC99-052F8E994139}" type="datetimeFigureOut">
              <a:rPr lang="en-SG" smtClean="0"/>
              <a:t>1/1/26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D7C7F-A94C-4532-AEC0-8EB3B09C2AA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8481268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86F480-15A6-4026-BC99-052F8E994139}" type="datetimeFigureOut">
              <a:rPr lang="en-SG" smtClean="0"/>
              <a:t>1/1/26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0D7C7F-A94C-4532-AEC0-8EB3B09C2AA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14656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Line 36"/>
          <p:cNvSpPr>
            <a:spLocks noChangeShapeType="1"/>
          </p:cNvSpPr>
          <p:nvPr/>
        </p:nvSpPr>
        <p:spPr bwMode="auto">
          <a:xfrm flipV="1">
            <a:off x="1662096" y="3518362"/>
            <a:ext cx="1376188" cy="0"/>
          </a:xfrm>
          <a:prstGeom prst="line">
            <a:avLst/>
          </a:prstGeom>
          <a:ln w="1270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anchor="b">
            <a:spAutoFit/>
          </a:bodyPr>
          <a:lstStyle/>
          <a:p>
            <a:endParaRPr lang="en-US"/>
          </a:p>
        </p:txBody>
      </p:sp>
      <p:sp>
        <p:nvSpPr>
          <p:cNvPr id="175" name="Rectangle 46"/>
          <p:cNvSpPr>
            <a:spLocks noChangeArrowheads="1"/>
          </p:cNvSpPr>
          <p:nvPr/>
        </p:nvSpPr>
        <p:spPr bwMode="auto">
          <a:xfrm>
            <a:off x="6301490" y="3200400"/>
            <a:ext cx="1618286" cy="60860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anchor="ctr">
            <a:noAutofit/>
          </a:bodyPr>
          <a:lstStyle/>
          <a:p>
            <a:r>
              <a:rPr lang="en-US" sz="2000" b="0" dirty="0">
                <a:solidFill>
                  <a:schemeClr val="tx1"/>
                </a:solidFill>
                <a:latin typeface="Calibri" pitchFamily="34" charset="0"/>
              </a:rPr>
              <a:t>execute()</a:t>
            </a:r>
          </a:p>
          <a:p>
            <a:r>
              <a:rPr lang="en-US" sz="2000" dirty="0">
                <a:solidFill>
                  <a:schemeClr val="tx1"/>
                </a:solidFill>
                <a:latin typeface="Calibri" pitchFamily="34" charset="0"/>
              </a:rPr>
              <a:t>undo()</a:t>
            </a:r>
            <a:endParaRPr lang="en-US" sz="2000" b="0" dirty="0">
              <a:solidFill>
                <a:schemeClr val="tx1"/>
              </a:solidFill>
              <a:latin typeface="Calibri" pitchFamily="34" charset="0"/>
            </a:endParaRPr>
          </a:p>
        </p:txBody>
      </p:sp>
      <p:sp>
        <p:nvSpPr>
          <p:cNvPr id="176" name="Rectangle 47"/>
          <p:cNvSpPr>
            <a:spLocks noChangeArrowheads="1"/>
          </p:cNvSpPr>
          <p:nvPr/>
        </p:nvSpPr>
        <p:spPr bwMode="auto">
          <a:xfrm>
            <a:off x="5527186" y="4796758"/>
            <a:ext cx="2841355" cy="40011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>
            <a:spAutoFit/>
          </a:bodyPr>
          <a:lstStyle/>
          <a:p>
            <a:pPr algn="ctr"/>
            <a:r>
              <a:rPr lang="en-US" sz="2000" b="0" dirty="0">
                <a:solidFill>
                  <a:schemeClr val="tx1"/>
                </a:solidFill>
                <a:latin typeface="Calibri" pitchFamily="34" charset="0"/>
              </a:rPr>
              <a:t>&lt;&lt;ConcreteCommand1&gt;&gt;</a:t>
            </a:r>
          </a:p>
        </p:txBody>
      </p:sp>
      <p:sp>
        <p:nvSpPr>
          <p:cNvPr id="177" name="AutoShape 51"/>
          <p:cNvSpPr>
            <a:spLocks noChangeArrowheads="1"/>
          </p:cNvSpPr>
          <p:nvPr/>
        </p:nvSpPr>
        <p:spPr bwMode="auto">
          <a:xfrm>
            <a:off x="6824918" y="3838828"/>
            <a:ext cx="245890" cy="179673"/>
          </a:xfrm>
          <a:prstGeom prst="triangle">
            <a:avLst>
              <a:gd name="adj" fmla="val 50000"/>
            </a:avLst>
          </a:prstGeom>
          <a:noFill/>
          <a:ln w="19050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noAutofit/>
          </a:bodyPr>
          <a:lstStyle/>
          <a:p>
            <a:endParaRPr lang="en-US"/>
          </a:p>
        </p:txBody>
      </p:sp>
      <p:cxnSp>
        <p:nvCxnSpPr>
          <p:cNvPr id="178" name="AutoShape 52"/>
          <p:cNvCxnSpPr>
            <a:cxnSpLocks noChangeShapeType="1"/>
            <a:stCxn id="177" idx="3"/>
            <a:endCxn id="176" idx="0"/>
          </p:cNvCxnSpPr>
          <p:nvPr/>
        </p:nvCxnSpPr>
        <p:spPr bwMode="auto">
          <a:xfrm rot="16200000" flipH="1">
            <a:off x="6558735" y="4407628"/>
            <a:ext cx="778257" cy="1"/>
          </a:xfrm>
          <a:prstGeom prst="bentConnector3">
            <a:avLst>
              <a:gd name="adj1" fmla="val 50000"/>
            </a:avLst>
          </a:prstGeom>
          <a:noFill/>
          <a:ln w="19050">
            <a:solidFill>
              <a:schemeClr val="tx1"/>
            </a:solidFill>
            <a:miter lim="800000"/>
            <a:headEnd/>
            <a:tailEnd/>
          </a:ln>
        </p:spPr>
      </p:cxnSp>
      <p:sp>
        <p:nvSpPr>
          <p:cNvPr id="180" name="Rectangle 55"/>
          <p:cNvSpPr>
            <a:spLocks noChangeArrowheads="1"/>
          </p:cNvSpPr>
          <p:nvPr/>
        </p:nvSpPr>
        <p:spPr bwMode="auto">
          <a:xfrm>
            <a:off x="3048000" y="3302924"/>
            <a:ext cx="1905001" cy="43087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noAutofit/>
          </a:bodyPr>
          <a:lstStyle/>
          <a:p>
            <a:pPr algn="ctr"/>
            <a:r>
              <a:rPr lang="en-US" sz="2000" b="0" dirty="0">
                <a:solidFill>
                  <a:schemeClr val="tx1"/>
                </a:solidFill>
                <a:latin typeface="Calibri" pitchFamily="34" charset="0"/>
              </a:rPr>
              <a:t>&lt;&lt;Invoker&gt;&gt;</a:t>
            </a:r>
          </a:p>
        </p:txBody>
      </p:sp>
      <p:sp>
        <p:nvSpPr>
          <p:cNvPr id="182" name="Rectangle 58"/>
          <p:cNvSpPr>
            <a:spLocks noChangeArrowheads="1"/>
          </p:cNvSpPr>
          <p:nvPr/>
        </p:nvSpPr>
        <p:spPr bwMode="auto">
          <a:xfrm>
            <a:off x="457200" y="5791200"/>
            <a:ext cx="1588320" cy="40011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anchor="ctr">
            <a:spAutoFit/>
          </a:bodyPr>
          <a:lstStyle/>
          <a:p>
            <a:pPr algn="ctr"/>
            <a:r>
              <a:rPr lang="en-US" sz="2000" b="0" dirty="0">
                <a:solidFill>
                  <a:schemeClr val="tx1"/>
                </a:solidFill>
                <a:latin typeface="Calibri" pitchFamily="34" charset="0"/>
              </a:rPr>
              <a:t>&lt;&lt;Receiver&gt;&gt;</a:t>
            </a:r>
          </a:p>
        </p:txBody>
      </p:sp>
      <p:cxnSp>
        <p:nvCxnSpPr>
          <p:cNvPr id="183" name="AutoShape 59"/>
          <p:cNvCxnSpPr>
            <a:cxnSpLocks noChangeShapeType="1"/>
            <a:stCxn id="187" idx="2"/>
          </p:cNvCxnSpPr>
          <p:nvPr/>
        </p:nvCxnSpPr>
        <p:spPr bwMode="auto">
          <a:xfrm>
            <a:off x="983448" y="3676710"/>
            <a:ext cx="0" cy="2038290"/>
          </a:xfrm>
          <a:prstGeom prst="straightConnector1">
            <a:avLst/>
          </a:prstGeom>
          <a:noFill/>
          <a:ln w="19050">
            <a:solidFill>
              <a:srgbClr val="002060"/>
            </a:solidFill>
            <a:round/>
            <a:headEnd type="none" w="med" len="med"/>
            <a:tailEnd type="arrow" w="med" len="med"/>
          </a:ln>
        </p:spPr>
      </p:cxnSp>
      <p:sp>
        <p:nvSpPr>
          <p:cNvPr id="184" name="Rectangle 18"/>
          <p:cNvSpPr>
            <a:spLocks noChangeArrowheads="1"/>
          </p:cNvSpPr>
          <p:nvPr/>
        </p:nvSpPr>
        <p:spPr bwMode="auto">
          <a:xfrm>
            <a:off x="5936160" y="3200400"/>
            <a:ext cx="311150" cy="396875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/>
            <a:r>
              <a:rPr lang="en-US" sz="2000" b="0" dirty="0">
                <a:solidFill>
                  <a:schemeClr val="tx1"/>
                </a:solidFill>
                <a:latin typeface="Calibri" pitchFamily="34" charset="0"/>
              </a:rPr>
              <a:t>*</a:t>
            </a:r>
          </a:p>
        </p:txBody>
      </p:sp>
      <p:sp>
        <p:nvSpPr>
          <p:cNvPr id="185" name="Rectangle 46"/>
          <p:cNvSpPr>
            <a:spLocks noChangeArrowheads="1"/>
          </p:cNvSpPr>
          <p:nvPr/>
        </p:nvSpPr>
        <p:spPr bwMode="auto">
          <a:xfrm>
            <a:off x="6301490" y="3028890"/>
            <a:ext cx="1618286" cy="17151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anchor="ctr">
            <a:noAutofit/>
          </a:bodyPr>
          <a:lstStyle/>
          <a:p>
            <a:pPr algn="ctr"/>
            <a:endParaRPr lang="en-US" sz="2000" b="0" dirty="0">
              <a:solidFill>
                <a:schemeClr val="tx1"/>
              </a:solidFill>
              <a:latin typeface="Calibri" pitchFamily="34" charset="0"/>
            </a:endParaRPr>
          </a:p>
        </p:txBody>
      </p:sp>
      <p:sp>
        <p:nvSpPr>
          <p:cNvPr id="186" name="Rectangle 46"/>
          <p:cNvSpPr>
            <a:spLocks noChangeArrowheads="1"/>
          </p:cNvSpPr>
          <p:nvPr/>
        </p:nvSpPr>
        <p:spPr bwMode="auto">
          <a:xfrm>
            <a:off x="6301490" y="2647890"/>
            <a:ext cx="1618286" cy="40011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anchor="ctr">
            <a:noAutofit/>
          </a:bodyPr>
          <a:lstStyle/>
          <a:p>
            <a:pPr algn="ctr"/>
            <a:r>
              <a:rPr lang="en-US" sz="2000" b="0" dirty="0">
                <a:solidFill>
                  <a:schemeClr val="tx1"/>
                </a:solidFill>
                <a:latin typeface="Calibri" pitchFamily="34" charset="0"/>
              </a:rPr>
              <a:t>&lt;&lt;Command&gt;&gt;</a:t>
            </a:r>
          </a:p>
        </p:txBody>
      </p:sp>
      <p:sp>
        <p:nvSpPr>
          <p:cNvPr id="187" name="Rectangle 55"/>
          <p:cNvSpPr>
            <a:spLocks noChangeArrowheads="1"/>
          </p:cNvSpPr>
          <p:nvPr/>
        </p:nvSpPr>
        <p:spPr bwMode="auto">
          <a:xfrm>
            <a:off x="304800" y="3276600"/>
            <a:ext cx="1357296" cy="40011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spAutoFit/>
          </a:bodyPr>
          <a:lstStyle/>
          <a:p>
            <a:pPr algn="ctr"/>
            <a:r>
              <a:rPr lang="en-US" sz="2000" b="0" dirty="0">
                <a:solidFill>
                  <a:schemeClr val="tx1"/>
                </a:solidFill>
                <a:latin typeface="Calibri" pitchFamily="34" charset="0"/>
              </a:rPr>
              <a:t>&lt;&lt;Client&gt;&gt; </a:t>
            </a:r>
          </a:p>
        </p:txBody>
      </p:sp>
      <p:cxnSp>
        <p:nvCxnSpPr>
          <p:cNvPr id="188" name="Elbow Connector 187"/>
          <p:cNvCxnSpPr>
            <a:endCxn id="176" idx="1"/>
          </p:cNvCxnSpPr>
          <p:nvPr/>
        </p:nvCxnSpPr>
        <p:spPr>
          <a:xfrm>
            <a:off x="1524000" y="3676710"/>
            <a:ext cx="4003186" cy="1320103"/>
          </a:xfrm>
          <a:prstGeom prst="bentConnector3">
            <a:avLst>
              <a:gd name="adj1" fmla="val -740"/>
            </a:avLst>
          </a:prstGeom>
          <a:ln w="1270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Rectangle 54"/>
          <p:cNvSpPr>
            <a:spLocks noChangeArrowheads="1"/>
          </p:cNvSpPr>
          <p:nvPr/>
        </p:nvSpPr>
        <p:spPr bwMode="auto">
          <a:xfrm>
            <a:off x="1370346" y="2743200"/>
            <a:ext cx="2736005" cy="369332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/>
            <a:r>
              <a:rPr lang="en-US" sz="1800" b="0" dirty="0">
                <a:solidFill>
                  <a:schemeClr val="tx1"/>
                </a:solidFill>
                <a:latin typeface="Calibri" pitchFamily="34" charset="0"/>
              </a:rPr>
              <a:t>adds </a:t>
            </a:r>
            <a:r>
              <a:rPr lang="en-US" sz="1800" dirty="0">
                <a:latin typeface="Calibri" pitchFamily="34" charset="0"/>
              </a:rPr>
              <a:t>Command objects to  </a:t>
            </a:r>
            <a:endParaRPr lang="en-US" sz="1800" b="0" dirty="0">
              <a:solidFill>
                <a:schemeClr val="tx1"/>
              </a:solidFill>
              <a:latin typeface="Calibri" pitchFamily="34" charset="0"/>
            </a:endParaRPr>
          </a:p>
        </p:txBody>
      </p:sp>
      <p:sp>
        <p:nvSpPr>
          <p:cNvPr id="190" name="Rectangle 55"/>
          <p:cNvSpPr>
            <a:spLocks noChangeArrowheads="1"/>
          </p:cNvSpPr>
          <p:nvPr/>
        </p:nvSpPr>
        <p:spPr bwMode="auto">
          <a:xfrm>
            <a:off x="3048000" y="3657600"/>
            <a:ext cx="1914637" cy="381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noAutofit/>
          </a:bodyPr>
          <a:lstStyle/>
          <a:p>
            <a:r>
              <a:rPr lang="en-US" sz="2000" b="0" dirty="0">
                <a:solidFill>
                  <a:schemeClr val="tx1"/>
                </a:solidFill>
                <a:latin typeface="Calibri" pitchFamily="34" charset="0"/>
              </a:rPr>
              <a:t>add(Command)</a:t>
            </a:r>
          </a:p>
        </p:txBody>
      </p:sp>
      <p:cxnSp>
        <p:nvCxnSpPr>
          <p:cNvPr id="191" name="AutoShape 57"/>
          <p:cNvCxnSpPr>
            <a:cxnSpLocks noChangeShapeType="1"/>
            <a:stCxn id="176" idx="2"/>
            <a:endCxn id="182" idx="3"/>
          </p:cNvCxnSpPr>
          <p:nvPr/>
        </p:nvCxnSpPr>
        <p:spPr bwMode="auto">
          <a:xfrm rot="5400000">
            <a:off x="4099499" y="3142889"/>
            <a:ext cx="794387" cy="4902344"/>
          </a:xfrm>
          <a:prstGeom prst="bentConnector2">
            <a:avLst/>
          </a:prstGeom>
          <a:noFill/>
          <a:ln w="19050">
            <a:solidFill>
              <a:schemeClr val="tx1"/>
            </a:solidFill>
            <a:miter lim="800000"/>
            <a:headEnd/>
            <a:tailEnd type="arrow" w="med" len="med"/>
          </a:ln>
        </p:spPr>
      </p:cxnSp>
      <p:sp>
        <p:nvSpPr>
          <p:cNvPr id="192" name="Rectangle 54"/>
          <p:cNvSpPr>
            <a:spLocks noChangeArrowheads="1"/>
          </p:cNvSpPr>
          <p:nvPr/>
        </p:nvSpPr>
        <p:spPr bwMode="auto">
          <a:xfrm>
            <a:off x="5089725" y="3549134"/>
            <a:ext cx="1004569" cy="369332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/>
            <a:r>
              <a:rPr lang="en-US" sz="1800" b="0" dirty="0">
                <a:solidFill>
                  <a:schemeClr val="tx1"/>
                </a:solidFill>
                <a:latin typeface="Calibri" pitchFamily="34" charset="0"/>
              </a:rPr>
              <a:t>executes</a:t>
            </a:r>
          </a:p>
        </p:txBody>
      </p:sp>
      <p:sp>
        <p:nvSpPr>
          <p:cNvPr id="193" name="Rectangle 54"/>
          <p:cNvSpPr>
            <a:spLocks noChangeArrowheads="1"/>
          </p:cNvSpPr>
          <p:nvPr/>
        </p:nvSpPr>
        <p:spPr bwMode="auto">
          <a:xfrm>
            <a:off x="2140785" y="5991255"/>
            <a:ext cx="940835" cy="369332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/>
            <a:r>
              <a:rPr lang="en-US" sz="1800" b="0" dirty="0">
                <a:solidFill>
                  <a:schemeClr val="tx1"/>
                </a:solidFill>
                <a:latin typeface="Calibri" pitchFamily="34" charset="0"/>
              </a:rPr>
              <a:t>receiver</a:t>
            </a:r>
          </a:p>
        </p:txBody>
      </p:sp>
      <p:sp>
        <p:nvSpPr>
          <p:cNvPr id="3" name="Isosceles Triangle 2"/>
          <p:cNvSpPr/>
          <p:nvPr/>
        </p:nvSpPr>
        <p:spPr>
          <a:xfrm rot="5400000">
            <a:off x="6009528" y="3711511"/>
            <a:ext cx="178532" cy="108202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5400000">
            <a:off x="3888763" y="2892953"/>
            <a:ext cx="178532" cy="108202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54">
            <a:extLst>
              <a:ext uri="{FF2B5EF4-FFF2-40B4-BE49-F238E27FC236}">
                <a16:creationId xmlns:a16="http://schemas.microsoft.com/office/drawing/2014/main" id="{0C38A282-CF42-51AA-7323-A7B2EC07B0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800" y="5013176"/>
            <a:ext cx="1235018" cy="369332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/>
            <a:r>
              <a:rPr lang="en-US" sz="1800" b="0" dirty="0">
                <a:solidFill>
                  <a:schemeClr val="tx1"/>
                </a:solidFill>
                <a:latin typeface="Calibri" pitchFamily="34" charset="0"/>
              </a:rPr>
              <a:t>&lt;&lt;create&gt;&gt;</a:t>
            </a:r>
          </a:p>
        </p:txBody>
      </p:sp>
      <p:cxnSp>
        <p:nvCxnSpPr>
          <p:cNvPr id="5" name="AutoShape 59">
            <a:extLst>
              <a:ext uri="{FF2B5EF4-FFF2-40B4-BE49-F238E27FC236}">
                <a16:creationId xmlns:a16="http://schemas.microsoft.com/office/drawing/2014/main" id="{18D2D7CA-F622-0218-5CE2-BC477C73BFE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04048" y="3501008"/>
            <a:ext cx="1296144" cy="0"/>
          </a:xfrm>
          <a:prstGeom prst="straightConnector1">
            <a:avLst/>
          </a:prstGeom>
          <a:noFill/>
          <a:ln w="19050">
            <a:solidFill>
              <a:srgbClr val="002060"/>
            </a:solidFill>
            <a:round/>
            <a:headEnd type="none" w="med" len="med"/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24587886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34</Words>
  <Application>Microsoft Macintosh PowerPoint</Application>
  <PresentationFormat>On-screen Show (4:3)</PresentationFormat>
  <Paragraphs>14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Rebekah Low</dc:creator>
  <cp:lastModifiedBy>Damith Chatura Rajapakse</cp:lastModifiedBy>
  <cp:revision>13</cp:revision>
  <dcterms:created xsi:type="dcterms:W3CDTF">2017-06-23T07:18:29Z</dcterms:created>
  <dcterms:modified xsi:type="dcterms:W3CDTF">2026-01-01T04:27:07Z</dcterms:modified>
</cp:coreProperties>
</file>