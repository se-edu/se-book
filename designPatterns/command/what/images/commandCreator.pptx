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0"/>
    <p:restoredTop sz="94699"/>
  </p:normalViewPr>
  <p:slideViewPr>
    <p:cSldViewPr>
      <p:cViewPr varScale="1">
        <p:scale>
          <a:sx n="156" d="100"/>
          <a:sy n="156" d="100"/>
        </p:scale>
        <p:origin x="3512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06C45-2DB0-4797-8F62-CAF8E935D413}" type="datetimeFigureOut">
              <a:rPr lang="en-SG" smtClean="0"/>
              <a:t>1/1/26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9F41E-490D-4D2D-8C1F-B6AD8A48211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3028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9F41E-490D-4D2D-8C1F-B6AD8A48211D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1416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6404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451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9354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116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3076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91660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767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172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13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548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8126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6F480-15A6-4026-BC99-052F8E994139}" type="datetimeFigureOut">
              <a:rPr lang="en-SG" smtClean="0"/>
              <a:t>1/1/26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D7C7F-A94C-4532-AEC0-8EB3B09C2AA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1465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ine 36"/>
          <p:cNvSpPr>
            <a:spLocks noChangeShapeType="1"/>
          </p:cNvSpPr>
          <p:nvPr/>
        </p:nvSpPr>
        <p:spPr bwMode="auto">
          <a:xfrm flipH="1">
            <a:off x="2362200" y="3505200"/>
            <a:ext cx="609600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b">
            <a:spAutoFit/>
          </a:bodyPr>
          <a:lstStyle/>
          <a:p>
            <a:endParaRPr lang="en-US"/>
          </a:p>
        </p:txBody>
      </p:sp>
      <p:sp>
        <p:nvSpPr>
          <p:cNvPr id="152" name="Rectangle 46"/>
          <p:cNvSpPr>
            <a:spLocks noChangeArrowheads="1"/>
          </p:cNvSpPr>
          <p:nvPr/>
        </p:nvSpPr>
        <p:spPr bwMode="auto">
          <a:xfrm>
            <a:off x="5544514" y="3200400"/>
            <a:ext cx="1258679" cy="6086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execute()</a:t>
            </a:r>
          </a:p>
          <a:p>
            <a:r>
              <a:rPr lang="en-US" sz="2000" dirty="0">
                <a:solidFill>
                  <a:schemeClr val="tx1"/>
                </a:solidFill>
                <a:latin typeface="Calibri" pitchFamily="34" charset="0"/>
              </a:rPr>
              <a:t>undo()</a:t>
            </a:r>
            <a:endParaRPr 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53" name="Rectangle 47"/>
          <p:cNvSpPr>
            <a:spLocks noChangeArrowheads="1"/>
          </p:cNvSpPr>
          <p:nvPr/>
        </p:nvSpPr>
        <p:spPr bwMode="auto">
          <a:xfrm>
            <a:off x="4647740" y="4800600"/>
            <a:ext cx="536044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List</a:t>
            </a:r>
          </a:p>
        </p:txBody>
      </p:sp>
      <p:sp>
        <p:nvSpPr>
          <p:cNvPr id="154" name="Rectangle 48"/>
          <p:cNvSpPr>
            <a:spLocks noChangeArrowheads="1"/>
          </p:cNvSpPr>
          <p:nvPr/>
        </p:nvSpPr>
        <p:spPr bwMode="auto">
          <a:xfrm>
            <a:off x="5710410" y="4800600"/>
            <a:ext cx="614272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Sort</a:t>
            </a:r>
          </a:p>
        </p:txBody>
      </p:sp>
      <p:sp>
        <p:nvSpPr>
          <p:cNvPr id="155" name="AutoShape 51"/>
          <p:cNvSpPr>
            <a:spLocks noChangeArrowheads="1"/>
          </p:cNvSpPr>
          <p:nvPr/>
        </p:nvSpPr>
        <p:spPr bwMode="auto">
          <a:xfrm>
            <a:off x="6067942" y="3838828"/>
            <a:ext cx="245890" cy="179673"/>
          </a:xfrm>
          <a:prstGeom prst="triangle">
            <a:avLst>
              <a:gd name="adj" fmla="val 50000"/>
            </a:avLst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noAutofit/>
          </a:bodyPr>
          <a:lstStyle/>
          <a:p>
            <a:endParaRPr lang="en-US"/>
          </a:p>
        </p:txBody>
      </p:sp>
      <p:cxnSp>
        <p:nvCxnSpPr>
          <p:cNvPr id="156" name="AutoShape 52"/>
          <p:cNvCxnSpPr>
            <a:cxnSpLocks noChangeShapeType="1"/>
            <a:stCxn id="155" idx="3"/>
            <a:endCxn id="153" idx="0"/>
          </p:cNvCxnSpPr>
          <p:nvPr/>
        </p:nvCxnSpPr>
        <p:spPr bwMode="auto">
          <a:xfrm rot="5400000">
            <a:off x="5162276" y="3771988"/>
            <a:ext cx="782099" cy="127512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cxnSp>
        <p:nvCxnSpPr>
          <p:cNvPr id="157" name="AutoShape 53"/>
          <p:cNvCxnSpPr>
            <a:cxnSpLocks noChangeShapeType="1"/>
            <a:stCxn id="155" idx="3"/>
            <a:endCxn id="154" idx="0"/>
          </p:cNvCxnSpPr>
          <p:nvPr/>
        </p:nvCxnSpPr>
        <p:spPr bwMode="auto">
          <a:xfrm rot="5400000">
            <a:off x="5713168" y="4322880"/>
            <a:ext cx="782099" cy="17334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58" name="Rectangle 54"/>
          <p:cNvSpPr>
            <a:spLocks noChangeArrowheads="1"/>
          </p:cNvSpPr>
          <p:nvPr/>
        </p:nvSpPr>
        <p:spPr bwMode="auto">
          <a:xfrm>
            <a:off x="2228086" y="5027890"/>
            <a:ext cx="1235018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&lt;&lt;create&gt;&gt;</a:t>
            </a:r>
          </a:p>
        </p:txBody>
      </p:sp>
      <p:sp>
        <p:nvSpPr>
          <p:cNvPr id="159" name="Rectangle 55"/>
          <p:cNvSpPr>
            <a:spLocks noChangeArrowheads="1"/>
          </p:cNvSpPr>
          <p:nvPr/>
        </p:nvSpPr>
        <p:spPr bwMode="auto">
          <a:xfrm>
            <a:off x="2992997" y="3302925"/>
            <a:ext cx="1957587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 err="1">
                <a:solidFill>
                  <a:schemeClr val="tx1"/>
                </a:solidFill>
                <a:latin typeface="Calibri" pitchFamily="34" charset="0"/>
              </a:rPr>
              <a:t>CommandQueue</a:t>
            </a:r>
            <a:endParaRPr 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60" name="AutoShape 57"/>
          <p:cNvCxnSpPr>
            <a:cxnSpLocks noChangeShapeType="1"/>
            <a:stCxn id="159" idx="3"/>
            <a:endCxn id="152" idx="1"/>
          </p:cNvCxnSpPr>
          <p:nvPr/>
        </p:nvCxnSpPr>
        <p:spPr bwMode="auto">
          <a:xfrm>
            <a:off x="4950584" y="3502980"/>
            <a:ext cx="593930" cy="172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 type="arrow" w="med" len="med"/>
          </a:ln>
        </p:spPr>
      </p:cxnSp>
      <p:sp>
        <p:nvSpPr>
          <p:cNvPr id="161" name="Rectangle 58"/>
          <p:cNvSpPr>
            <a:spLocks noChangeArrowheads="1"/>
          </p:cNvSpPr>
          <p:nvPr/>
        </p:nvSpPr>
        <p:spPr bwMode="auto">
          <a:xfrm>
            <a:off x="7769984" y="3309850"/>
            <a:ext cx="1221616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 err="1">
                <a:solidFill>
                  <a:schemeClr val="tx1"/>
                </a:solidFill>
                <a:latin typeface="Calibri" pitchFamily="34" charset="0"/>
              </a:rPr>
              <a:t>DataStore</a:t>
            </a:r>
            <a:endParaRPr 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62" name="AutoShape 59"/>
          <p:cNvCxnSpPr>
            <a:cxnSpLocks noChangeShapeType="1"/>
            <a:stCxn id="152" idx="3"/>
            <a:endCxn id="161" idx="1"/>
          </p:cNvCxnSpPr>
          <p:nvPr/>
        </p:nvCxnSpPr>
        <p:spPr bwMode="auto">
          <a:xfrm>
            <a:off x="6803193" y="3504701"/>
            <a:ext cx="966791" cy="5204"/>
          </a:xfrm>
          <a:prstGeom prst="straightConnector1">
            <a:avLst/>
          </a:prstGeom>
          <a:noFill/>
          <a:ln w="19050">
            <a:solidFill>
              <a:srgbClr val="002060"/>
            </a:solidFill>
            <a:round/>
            <a:headEnd type="none" w="med" len="med"/>
            <a:tailEnd type="arrow" w="med" len="med"/>
          </a:ln>
        </p:spPr>
      </p:cxnSp>
      <p:sp>
        <p:nvSpPr>
          <p:cNvPr id="163" name="Rectangle 18"/>
          <p:cNvSpPr>
            <a:spLocks noChangeArrowheads="1"/>
          </p:cNvSpPr>
          <p:nvPr/>
        </p:nvSpPr>
        <p:spPr bwMode="auto">
          <a:xfrm>
            <a:off x="5179184" y="3200400"/>
            <a:ext cx="311150" cy="396875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*</a:t>
            </a:r>
          </a:p>
        </p:txBody>
      </p:sp>
      <p:sp>
        <p:nvSpPr>
          <p:cNvPr id="164" name="Rectangle 48"/>
          <p:cNvSpPr>
            <a:spLocks noChangeArrowheads="1"/>
          </p:cNvSpPr>
          <p:nvPr/>
        </p:nvSpPr>
        <p:spPr bwMode="auto">
          <a:xfrm>
            <a:off x="6703184" y="4800600"/>
            <a:ext cx="762325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Reset</a:t>
            </a:r>
          </a:p>
        </p:txBody>
      </p:sp>
      <p:cxnSp>
        <p:nvCxnSpPr>
          <p:cNvPr id="165" name="AutoShape 53"/>
          <p:cNvCxnSpPr>
            <a:cxnSpLocks noChangeShapeType="1"/>
            <a:stCxn id="155" idx="3"/>
            <a:endCxn id="164" idx="0"/>
          </p:cNvCxnSpPr>
          <p:nvPr/>
        </p:nvCxnSpPr>
        <p:spPr bwMode="auto">
          <a:xfrm rot="16200000" flipH="1">
            <a:off x="6246568" y="3962820"/>
            <a:ext cx="782099" cy="89346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166" name="Rectangle 46"/>
          <p:cNvSpPr>
            <a:spLocks noChangeArrowheads="1"/>
          </p:cNvSpPr>
          <p:nvPr/>
        </p:nvSpPr>
        <p:spPr bwMode="auto">
          <a:xfrm>
            <a:off x="5544514" y="3028890"/>
            <a:ext cx="1258679" cy="1715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endParaRPr 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67" name="Rectangle 46"/>
          <p:cNvSpPr>
            <a:spLocks noChangeArrowheads="1"/>
          </p:cNvSpPr>
          <p:nvPr/>
        </p:nvSpPr>
        <p:spPr bwMode="auto">
          <a:xfrm>
            <a:off x="5544514" y="2647890"/>
            <a:ext cx="1258679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Command</a:t>
            </a:r>
          </a:p>
        </p:txBody>
      </p:sp>
      <p:sp>
        <p:nvSpPr>
          <p:cNvPr id="168" name="Rectangle 55"/>
          <p:cNvSpPr>
            <a:spLocks noChangeArrowheads="1"/>
          </p:cNvSpPr>
          <p:nvPr/>
        </p:nvSpPr>
        <p:spPr bwMode="auto">
          <a:xfrm>
            <a:off x="228600" y="3309850"/>
            <a:ext cx="2103204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en-US" sz="2000" b="0" dirty="0" err="1">
                <a:solidFill>
                  <a:schemeClr val="tx1"/>
                </a:solidFill>
                <a:latin typeface="Calibri" pitchFamily="34" charset="0"/>
              </a:rPr>
              <a:t>CommandCreator</a:t>
            </a:r>
            <a:endParaRPr lang="en-US" sz="20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cxnSp>
        <p:nvCxnSpPr>
          <p:cNvPr id="169" name="Elbow Connector 168"/>
          <p:cNvCxnSpPr>
            <a:stCxn id="168" idx="2"/>
            <a:endCxn id="153" idx="2"/>
          </p:cNvCxnSpPr>
          <p:nvPr/>
        </p:nvCxnSpPr>
        <p:spPr>
          <a:xfrm rot="16200000" flipH="1">
            <a:off x="2352607" y="2637555"/>
            <a:ext cx="1490750" cy="3635560"/>
          </a:xfrm>
          <a:prstGeom prst="bentConnector3">
            <a:avLst>
              <a:gd name="adj1" fmla="val 115335"/>
            </a:avLst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Elbow Connector 169"/>
          <p:cNvCxnSpPr>
            <a:stCxn id="168" idx="2"/>
            <a:endCxn id="154" idx="2"/>
          </p:cNvCxnSpPr>
          <p:nvPr/>
        </p:nvCxnSpPr>
        <p:spPr>
          <a:xfrm rot="16200000" flipH="1">
            <a:off x="2903499" y="2086663"/>
            <a:ext cx="1490750" cy="4737344"/>
          </a:xfrm>
          <a:prstGeom prst="bentConnector3">
            <a:avLst>
              <a:gd name="adj1" fmla="val 115335"/>
            </a:avLst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Elbow Connector 170"/>
          <p:cNvCxnSpPr>
            <a:stCxn id="168" idx="2"/>
            <a:endCxn id="164" idx="2"/>
          </p:cNvCxnSpPr>
          <p:nvPr/>
        </p:nvCxnSpPr>
        <p:spPr>
          <a:xfrm rot="16200000" flipH="1">
            <a:off x="3436899" y="1553262"/>
            <a:ext cx="1490750" cy="5804145"/>
          </a:xfrm>
          <a:prstGeom prst="bentConnector3">
            <a:avLst>
              <a:gd name="adj1" fmla="val 115335"/>
            </a:avLst>
          </a:prstGeom>
          <a:ln w="1270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Rectangle 54"/>
          <p:cNvSpPr>
            <a:spLocks noChangeArrowheads="1"/>
          </p:cNvSpPr>
          <p:nvPr/>
        </p:nvSpPr>
        <p:spPr bwMode="auto">
          <a:xfrm>
            <a:off x="1396795" y="2743200"/>
            <a:ext cx="2683106" cy="369332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adds </a:t>
            </a:r>
            <a:r>
              <a:rPr lang="en-US" sz="1800" dirty="0">
                <a:latin typeface="Calibri" pitchFamily="34" charset="0"/>
              </a:rPr>
              <a:t>Command objects to</a:t>
            </a:r>
            <a:endParaRPr lang="en-US" sz="1800" b="0" dirty="0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173" name="Rectangle 55"/>
          <p:cNvSpPr>
            <a:spLocks noChangeArrowheads="1"/>
          </p:cNvSpPr>
          <p:nvPr/>
        </p:nvSpPr>
        <p:spPr bwMode="auto">
          <a:xfrm>
            <a:off x="2992997" y="3657600"/>
            <a:ext cx="1957587" cy="40011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r>
              <a:rPr lang="en-US" sz="2000" b="0" dirty="0">
                <a:solidFill>
                  <a:schemeClr val="tx1"/>
                </a:solidFill>
                <a:latin typeface="Calibri" pitchFamily="34" charset="0"/>
              </a:rPr>
              <a:t>add(Command)</a:t>
            </a:r>
          </a:p>
        </p:txBody>
      </p:sp>
      <p:sp>
        <p:nvSpPr>
          <p:cNvPr id="2" name="Triangle 1">
            <a:extLst>
              <a:ext uri="{FF2B5EF4-FFF2-40B4-BE49-F238E27FC236}">
                <a16:creationId xmlns:a16="http://schemas.microsoft.com/office/drawing/2014/main" id="{E54DFCF7-8F3D-6F70-B1F0-83F713290C57}"/>
              </a:ext>
            </a:extLst>
          </p:cNvPr>
          <p:cNvSpPr/>
          <p:nvPr/>
        </p:nvSpPr>
        <p:spPr>
          <a:xfrm rot="5400000">
            <a:off x="3995936" y="2852936"/>
            <a:ext cx="144017" cy="144017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8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</Words>
  <Application>Microsoft Macintosh PowerPoint</Application>
  <PresentationFormat>On-screen Show (4:3)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Rebekah Low</dc:creator>
  <cp:lastModifiedBy>Damith Chatura Rajapakse</cp:lastModifiedBy>
  <cp:revision>11</cp:revision>
  <dcterms:created xsi:type="dcterms:W3CDTF">2017-06-23T07:18:29Z</dcterms:created>
  <dcterms:modified xsi:type="dcterms:W3CDTF">2026-01-01T04:22:36Z</dcterms:modified>
</cp:coreProperties>
</file>